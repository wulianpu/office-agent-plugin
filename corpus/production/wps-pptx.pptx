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Production Compatibility Deck</a:t>
            </a:r>
            <a:endParaRPr lang="en-US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wps-suite-synthetic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Synthetic Slide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Body content placeholder text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WPS 演示</Application>
  <PresentationFormat>宽屏</PresentationFormat>
  <Paragraphs>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office-compat</dc:creator>
  <cp:lastModifiedBy>office-compat</cp:lastModifiedBy>
  <cp:revision>157</cp:revision>
  <dcterms:created xsi:type="dcterms:W3CDTF">2019-06-19T02:08:00Z</dcterms:created>
  <dcterms:modified xsi:type="dcterms:W3CDTF">2026-09-17T21:38:52Z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B3B73FFA5FFB46C68616144D1DBE5132_11</vt:lpwstr>
  </property>
</Properties>
</file>